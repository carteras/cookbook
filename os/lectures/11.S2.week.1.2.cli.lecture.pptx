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Command Line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Fedora Linux Edition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3101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A running Fedora system or virtual machine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_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424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&amp; Orientation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93192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642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Navigating the Filesystem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393192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Working with Files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393192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907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Permissions &amp; Ownership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393192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Text Processing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393192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1513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Finding Things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0424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Processes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627632"/>
            <a:ext cx="402336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6642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Package Management (dnf)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249424"/>
            <a:ext cx="402336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286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Getting Help (man, cheat)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871216"/>
            <a:ext cx="402336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9077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File Integrity &amp; Checksums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3493008"/>
            <a:ext cx="402336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5295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Shell Quality of Life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4114800"/>
            <a:ext cx="402336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415137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A Taste of Scripting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Orientation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the Command Line?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960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0700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users accomplish tasks far faster than a GUI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922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0116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repeat tasks without manual effort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69464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9689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5694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81635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servers anywhere in the world over SSH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74136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015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3741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62102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advanced tools only exist at the command line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78808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06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1788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42569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transfer across virtually all Linux/Unix systems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Command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33272"/>
            <a:ext cx="801014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-lh /home/student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377440" cy="1005840"/>
          </a:xfrm>
          <a:prstGeom prst="rect">
            <a:avLst/>
          </a:prstGeom>
          <a:solidFill>
            <a:srgbClr val="EFF6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55648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057400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1691640"/>
            <a:ext cx="2377440" cy="1005840"/>
          </a:xfrm>
          <a:prstGeom prst="rect">
            <a:avLst/>
          </a:prstGeom>
          <a:solidFill>
            <a:srgbClr val="EFF6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1755648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18688" y="2057400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starting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- or --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691640"/>
            <a:ext cx="2377440" cy="100584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79008" y="1755648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79008" y="2057400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prompt: [username@hostname directory]$   ($ = user,  # = root)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(bash/zsh) = interpreter inside the terminal window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Navigating the Filesystem</a:t>
            </a:r>
            <a:endParaRPr lang="en-US" sz="3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Navigation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776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3758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43560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Working Directory — where are you right now?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9776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359152"/>
            <a:ext cx="3758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71576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directory contents  (-l long, -a all, -lh human sizes)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9776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639312"/>
            <a:ext cx="3758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/etc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99592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to /etc directory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39776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078992"/>
            <a:ext cx="3758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..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3440" y="143560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up one level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39776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359152"/>
            <a:ext cx="3758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0" y="271576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your home directory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3566160"/>
            <a:ext cx="39776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3639312"/>
            <a:ext cx="3758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-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63440" y="399592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back to previous directory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Linux Directory Tree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114800" cy="2331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33272"/>
            <a:ext cx="3895344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home/     ← user home dirs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etc/      ← config files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var/      ← logs &amp;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usr/bin/  ← programs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tmp/      ← temp files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dev/      ← devices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846320" y="102412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24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0058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Windows, Linux has ONE unified tree rooted at  /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81051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device, drive and network share is mounted somewhere inside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633472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633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2615184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lives in /etc — not the registry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3438144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3419856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lives in /home/username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Files &amp; Directories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Create, Copy, Move, Delete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743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27432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26464"/>
            <a:ext cx="252374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file.txt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mydir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a/b/c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960120"/>
            <a:ext cx="27432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960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/ Move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55848" y="1353312"/>
            <a:ext cx="27432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1426464"/>
            <a:ext cx="252374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file1 file2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-r dir1 dir2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 file1 file2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54496" y="960120"/>
            <a:ext cx="2743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960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54496" y="1353312"/>
            <a:ext cx="27432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426464"/>
            <a:ext cx="2523744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file.txt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 dirname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rmdir emptydir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822960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060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File Contents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962656"/>
            <a:ext cx="822960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035808"/>
            <a:ext cx="801014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file        less file        head -n 20 file        tail -f logfile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547872"/>
            <a:ext cx="8229600" cy="475488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6616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rm -rf has no Recycle Bin — deleted files are gone forever. Always double-check!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Permissions &amp; Ownership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Permission Strings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33272"/>
            <a:ext cx="801014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-rwxr-xr--  1  alice  staff  4096  Jul 24 09:00  script.sh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581912"/>
            <a:ext cx="1920240" cy="1463040"/>
          </a:xfrm>
          <a:prstGeom prst="rect">
            <a:avLst/>
          </a:prstGeom>
          <a:solidFill>
            <a:srgbClr val="EFF6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276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157984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 file, d dir, l link)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581912"/>
            <a:ext cx="1920240" cy="1463040"/>
          </a:xfrm>
          <a:prstGeom prst="rect">
            <a:avLst/>
          </a:prstGeom>
          <a:solidFill>
            <a:srgbClr val="EFF6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6276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2157984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write execute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581912"/>
            <a:ext cx="1920240" cy="146304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276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2157984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execute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581912"/>
            <a:ext cx="1920240" cy="1463040"/>
          </a:xfrm>
          <a:prstGeom prst="rect">
            <a:avLst/>
          </a:prstGeom>
          <a:solidFill>
            <a:srgbClr val="EFF6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6276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r--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0" y="2157984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319272"/>
            <a:ext cx="801014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755 file    chmod +x file    chown alice:staff file    sudo command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7673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runs a single command as root — always prefer it over logging in as root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Processing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grep, Redirection &amp; Pipes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— Search Inside Files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16736"/>
            <a:ext cx="393192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89888"/>
            <a:ext cx="371246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"error" logfile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-i "error" logfile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-r "TODO" ~/projects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-v "error" logfile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488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16736"/>
            <a:ext cx="393192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389888"/>
            <a:ext cx="371246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&gt; file      overwrite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&gt;&gt; file     append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2&gt; err.log  errors only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&amp;&gt; all.log  everything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974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 |  — Chain commands together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072384"/>
            <a:ext cx="82296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145536"/>
            <a:ext cx="801014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/etc/passwd | cut -d: -f1 | sort | uniq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"ERROR" app.log | tail -n 50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87705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one command becomes input to the next — the CLI's superpower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Things</a:t>
            </a:r>
            <a:endParaRPr lang="en-US" sz="3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find, locate &amp; which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— Search Live Filesystem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53312"/>
            <a:ext cx="801014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/home -name "*.txt"    find . -type d    find . -mtime -7    find . -size +10M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— Fast Index Search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319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267712"/>
            <a:ext cx="371246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locate passwd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updatedb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0" y="18745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/ whereis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39319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2267712"/>
            <a:ext cx="371246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python3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whereis grep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3580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locate uses a pre-built index. Run sudo updatedb after creating new files, or they won't appear.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Processes</a:t>
            </a:r>
            <a:endParaRPr lang="en-US" sz="3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Viewing, Stopping &amp; Backgrounding Processes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743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27432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26464"/>
            <a:ext cx="2523744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htop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960120"/>
            <a:ext cx="2743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960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55848" y="1353312"/>
            <a:ext cx="27432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1426464"/>
            <a:ext cx="2523744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PID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-9 PID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killall firefox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54496" y="960120"/>
            <a:ext cx="27432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960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54496" y="1353312"/>
            <a:ext cx="27432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426464"/>
            <a:ext cx="2523744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&amp;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 %1 / bg %1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Ctrl+Z — suspend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htop on Fedora: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063240" y="2514600"/>
            <a:ext cx="56235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2587752"/>
            <a:ext cx="540410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install htop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0358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SIGTERM (kill PID) over SIGKILL (kill -9) — give processes a chance to clean up first.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Management with dnf</a:t>
            </a:r>
            <a:endParaRPr lang="en-US" sz="3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Software on Fedora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776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3758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install &lt;package&gt;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426464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 package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9776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359152"/>
            <a:ext cx="3758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remove &lt;package&gt;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706624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package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9776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639312"/>
            <a:ext cx="3758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update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986784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ALL installed packages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39776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078992"/>
            <a:ext cx="3758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search &lt;term&gt;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3440" y="1426464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packages by name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39776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359152"/>
            <a:ext cx="3758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info &lt;package&gt;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0" y="2706624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package details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566160"/>
            <a:ext cx="39776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3639312"/>
            <a:ext cx="3758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list installed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63440" y="3986784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installed packages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Help</a:t>
            </a:r>
            <a:endParaRPr lang="en-US" sz="3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Get Help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7432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man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7432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81912"/>
            <a:ext cx="252374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 grep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 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 5 passwd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reference.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q to quit, / to search.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960120"/>
            <a:ext cx="2743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960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--help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55848" y="1508760"/>
            <a:ext cx="27432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1581912"/>
            <a:ext cx="252374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--help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--help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47288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flag summary.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always available.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54496" y="960120"/>
            <a:ext cx="27432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960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cheat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54496" y="1508760"/>
            <a:ext cx="27432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581912"/>
            <a:ext cx="252374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cheat grep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cheat tar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cheat find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45936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copy-paste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examples. Best for beginners!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7296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cheat installed?  →  curl cheat.sh/grep   works on any machine with internet access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Integrity &amp; Checksums</a:t>
            </a:r>
            <a:endParaRPr lang="en-US" sz="3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Verifying Files with md5sum &amp; sha256sum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md5sum  (128-bit)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39319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26464"/>
            <a:ext cx="3712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md5sum file.iso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"hello" | md5sum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md5sum -c checksums.md5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sha256sum  ✓ Preferred (256-bit)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353312"/>
            <a:ext cx="39319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426464"/>
            <a:ext cx="371246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sha256sum file.iso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"hello" | sha256sum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sha256sum -c checksums.sha256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a Fedora ISO download: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06624"/>
            <a:ext cx="82296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779776"/>
            <a:ext cx="801014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Download the ISO and CHECKSUM file from fedoraproject.org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sha256sum -c CHECKSUM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Look for:  Fedora-Workstation-Live.iso: OK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2160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MD5 has known cryptographic weaknesses. Never use it for security-critical verification — use sha256sum instead.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 Quality of Life</a:t>
            </a:r>
            <a:endParaRPr lang="en-US" sz="3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Smarter, Not Harder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⌨️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4128" y="10058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Completion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Tab to auto-complete commands, files, and paths. Double-Tab to see all options.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0241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30368" y="10058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508760"/>
            <a:ext cx="38862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581912"/>
            <a:ext cx="3666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    !! (repeat last)     Ctrl+R (search)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↑↓ arrows   !42 (run command #42)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3580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30175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38862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593592"/>
            <a:ext cx="3666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ll='ls -lh'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update='sudo dnf update'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03580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30368" y="30175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Variables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09160" y="3520440"/>
            <a:ext cx="38862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3593592"/>
            <a:ext cx="3666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$PATH     echo $HOME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MY_VAR=hello     env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Taste of Shell Scripting</a:t>
            </a:r>
            <a:endParaRPr lang="en-US" sz="3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Shell Script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shell script is a text file of commands — it automates repetitive tasks.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0" cy="340156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44752"/>
            <a:ext cx="4809744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shebang line tells the OS to use bash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NAME="Student"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"Hello, $NAME!"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"Today is $(date)"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 in *.txt; do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"Found: $f"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 -f "notes.txt" ]; then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"notes.txt exists"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0" y="1371600"/>
            <a:ext cx="3017520" cy="77724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39903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Write the script in any text editor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2249424"/>
            <a:ext cx="3017520" cy="77724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2276856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Add #!/bin/bash as the first 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3127248"/>
            <a:ext cx="3017520" cy="77724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315468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Make it executable: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chmod +x myscript.sh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4005072"/>
            <a:ext cx="3017520" cy="77724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4032504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Run it: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./myscript.sh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 •  Files &amp; Directories  •  Permissions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Processing &amp; Pipes  •  Finding Things  •  Processes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Management (dnf)  •  Getting Help (man / cheat)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 (md5sum / sha256sum)  •  Shell Tricks  •  Scripting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584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Practice every command on your Fedora machine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Explore cheat.sh freely — hundreds of tools covered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279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Write a small script to automate something you do manually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6268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Explore SSH for remote access when you're ready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Linux Command Line</dc:title>
  <dc:subject>PptxGenJS Presentation</dc:subject>
  <dc:creator>PptxGenJS</dc:creator>
  <cp:lastModifiedBy>PptxGenJS</cp:lastModifiedBy>
  <cp:revision>1</cp:revision>
  <dcterms:created xsi:type="dcterms:W3CDTF">2026-07-23T20:42:29Z</dcterms:created>
  <dcterms:modified xsi:type="dcterms:W3CDTF">2026-07-23T20:42:29Z</dcterms:modified>
</cp:coreProperties>
</file>