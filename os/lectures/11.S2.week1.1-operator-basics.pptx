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arteras/cookbook/blob/main/os/cta.ssh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arteras/cookbook/blob/main/os/cta.finding-and-using-flags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arteras/cookbook/blob/main/os/cta.cat-is-cat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arteras/cookbook/blob/main/os/cat.using-7z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arteras/cookbook/blob/main/os/cat.copying-files-to-you-(scp)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80160" y="1417320"/>
            <a:ext cx="9601200" cy="3749040"/>
          </a:xfrm>
          <a:prstGeom prst="roundRect">
            <a:avLst>
              <a:gd name="adj" fmla="val 2927"/>
            </a:avLst>
          </a:prstGeom>
          <a:solidFill>
            <a:srgbClr val="2B383C"/>
          </a:solidFill>
          <a:ln w="12700">
            <a:solidFill>
              <a:srgbClr val="3E4E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80160" y="1417320"/>
            <a:ext cx="9601200" cy="384048"/>
          </a:xfrm>
          <a:prstGeom prst="rect">
            <a:avLst/>
          </a:prstGeom>
          <a:solidFill>
            <a:srgbClr val="1A2427"/>
          </a:solidFill>
          <a:ln/>
        </p:spPr>
      </p:sp>
      <p:sp>
        <p:nvSpPr>
          <p:cNvPr id="4" name="Shape 2"/>
          <p:cNvSpPr/>
          <p:nvPr/>
        </p:nvSpPr>
        <p:spPr>
          <a:xfrm>
            <a:off x="1508760" y="1549908"/>
            <a:ext cx="118872" cy="11887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5" name="Shape 3"/>
          <p:cNvSpPr/>
          <p:nvPr/>
        </p:nvSpPr>
        <p:spPr>
          <a:xfrm>
            <a:off x="1709928" y="1549908"/>
            <a:ext cx="118872" cy="11887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6" name="Shape 4"/>
          <p:cNvSpPr/>
          <p:nvPr/>
        </p:nvSpPr>
        <p:spPr>
          <a:xfrm>
            <a:off x="1911096" y="1549908"/>
            <a:ext cx="118872" cy="11887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141732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~/os-cookbook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7373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D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Operator Basics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737360" y="29260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Cognitive Task Analysis Walkthrough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737360" y="379476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ssh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379476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grep flag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212080" y="379476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cat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949440" y="379476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$ 7z 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0" y="379476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scp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737360" y="43891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foundational commands, decomposed step by step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/ 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 cookbook · CTA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B38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E4E5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A2427"/>
          </a:solidFill>
          <a:ln w="12700">
            <a:solidFill>
              <a:srgbClr val="3E4E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37360"/>
            <a:ext cx="118872" cy="11887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1737360"/>
            <a:ext cx="118872" cy="11887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37360"/>
            <a:ext cx="118872" cy="11887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ssh user@host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Authenticating to a remote Linux host and orienting to it before doing anything else.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80560" y="548640"/>
            <a:ext cx="7159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ED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the CTA covers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1188720"/>
            <a:ext cx="715975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with ssh user@host (or the IP) — default port is 22, no -p needed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connection, verify then accept the host-key fingerprint (trust-on-first-use); a fingerprint that changes on a known host is the real red flag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credentials, then stop and read the full MOTD banner before running commands — it often hides version info or clues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hash-like string found later is one-way — classify it (length, charset, prefix) before deciding whether to crack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480560" y="5577840"/>
            <a:ext cx="7159752" cy="777240"/>
          </a:xfrm>
          <a:prstGeom prst="roundRect">
            <a:avLst>
              <a:gd name="adj" fmla="val 9412"/>
            </a:avLst>
          </a:prstGeom>
          <a:solidFill>
            <a:srgbClr val="2B383C"/>
          </a:solidFill>
          <a:ln w="12700">
            <a:solidFill>
              <a:srgbClr val="3E4E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557784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CTA →</a:t>
            </a:r>
            <a:endParaRPr lang="en-US" sz="12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6035040" y="5577840"/>
            <a:ext cx="54223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cta.ssh.md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 cookbook · CTA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B38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E4E5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A2427"/>
          </a:solidFill>
          <a:ln w="12700">
            <a:solidFill>
              <a:srgbClr val="3E4E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37360"/>
            <a:ext cx="118872" cy="11887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1737360"/>
            <a:ext cx="118872" cy="11887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37360"/>
            <a:ext cx="118872" cy="11887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grep -oE flag pattern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Locating a CTF flag in terminal output and submitting it cleanly.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80560" y="548640"/>
            <a:ext cx="7159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ED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the CTA covers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1188720"/>
            <a:ext cx="715975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are typically 32-char hex (MD5), sometimes wrapped as flag{...} — check the platform's exact required format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trust length alone; confirm with a nearby label ("flag", "success") since other hashes (checksums, tokens) can look identical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copy carefully — no trailing whitespace or newline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a scratch field first to verify before pasting into the real submission box, then confirm you're on the correct challenge tab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480560" y="5577840"/>
            <a:ext cx="7159752" cy="777240"/>
          </a:xfrm>
          <a:prstGeom prst="roundRect">
            <a:avLst>
              <a:gd name="adj" fmla="val 9412"/>
            </a:avLst>
          </a:prstGeom>
          <a:solidFill>
            <a:srgbClr val="2B383C"/>
          </a:solidFill>
          <a:ln w="12700">
            <a:solidFill>
              <a:srgbClr val="3E4E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557784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CTA →</a:t>
            </a:r>
            <a:endParaRPr lang="en-US" sz="12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6035040" y="5577840"/>
            <a:ext cx="54223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cta.finding-and-using-flags.md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 cookbook · CTA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B38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E4E5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A2427"/>
          </a:solidFill>
          <a:ln w="12700">
            <a:solidFill>
              <a:srgbClr val="3E4E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37360"/>
            <a:ext cx="118872" cy="11887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1737360"/>
            <a:ext cx="118872" cy="11887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37360"/>
            <a:ext cx="118872" cy="11887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 filename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Printing a file's contents straight to the terminal.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80560" y="548640"/>
            <a:ext cx="7159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ED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the CTA covers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1188720"/>
            <a:ext cx="715975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exact filename/path first — cat filename (or the full path if not in the current directory)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such file or directory" → re-list with ls to re-ground your mental model, don't just retype and hope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"Permission denied" → check why with ls -l before reflexively reaching for sudo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full output is visible — long files can scroll past the buffer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480560" y="5577840"/>
            <a:ext cx="7159752" cy="777240"/>
          </a:xfrm>
          <a:prstGeom prst="roundRect">
            <a:avLst>
              <a:gd name="adj" fmla="val 9412"/>
            </a:avLst>
          </a:prstGeom>
          <a:solidFill>
            <a:srgbClr val="2B383C"/>
          </a:solidFill>
          <a:ln w="12700">
            <a:solidFill>
              <a:srgbClr val="3E4E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557784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CTA →</a:t>
            </a:r>
            <a:endParaRPr lang="en-US" sz="12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6035040" y="5577840"/>
            <a:ext cx="54223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cta.cat-is-cat.md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 cookbook · CTA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B38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E4E5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A2427"/>
          </a:solidFill>
          <a:ln w="12700">
            <a:solidFill>
              <a:srgbClr val="3E4E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37360"/>
            <a:ext cx="118872" cy="11887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1737360"/>
            <a:ext cx="118872" cy="11887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37360"/>
            <a:ext cx="118872" cy="11887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7z x archive.7z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Extracting a compressed archive so its contents become usable.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80560" y="548640"/>
            <a:ext cx="7159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ED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the CTA covers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1188720"/>
            <a:ext cx="715975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before you extract: 7z l archive.7z previews contents and avoids surprises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preserves folder structure, e flattens everything — pick based on whether structure matters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-o&lt;dir&gt; to land files in a clean folder instead of cluttering the current one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prompted for a password, check the task context for a hint before jumping to brute force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output for "Wrong password" / "CRC failed" — then confirm with ls that the expected file actually landed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480560" y="5577840"/>
            <a:ext cx="7159752" cy="777240"/>
          </a:xfrm>
          <a:prstGeom prst="roundRect">
            <a:avLst>
              <a:gd name="adj" fmla="val 9412"/>
            </a:avLst>
          </a:prstGeom>
          <a:solidFill>
            <a:srgbClr val="2B383C"/>
          </a:solidFill>
          <a:ln w="12700">
            <a:solidFill>
              <a:srgbClr val="3E4E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557784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CTA →</a:t>
            </a:r>
            <a:endParaRPr lang="en-US" sz="12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6035040" y="5577840"/>
            <a:ext cx="54223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cat.using-7z.md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 cookbook · CTA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B38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E4E5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A2427"/>
          </a:solidFill>
          <a:ln w="12700">
            <a:solidFill>
              <a:srgbClr val="3E4E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37360"/>
            <a:ext cx="118872" cy="11887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1737360"/>
            <a:ext cx="118872" cy="11887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37360"/>
            <a:ext cx="118872" cy="11887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scp user@host:/path ./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Downloading a file from a remote server to the local machine.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80560" y="548640"/>
            <a:ext cx="7159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EDE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the CTA covers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1188720"/>
            <a:ext cx="715975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user, host, and exact remote path first — syntax is scp user@host:/remote/path ./local/dest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source/destination order — reversing it uploads instead of downloads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Accept/verify the host-key prompt the same way you would for a plain ssh connection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transfer stalls, isolate the cause: can you ssh into the host at all?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▸"/>
            </a:pPr>
            <a:r>
              <a:rPr lang="en-US" sz="15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file arrived locally with ls — check size, not just presence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480560" y="5577840"/>
            <a:ext cx="7159752" cy="777240"/>
          </a:xfrm>
          <a:prstGeom prst="roundRect">
            <a:avLst>
              <a:gd name="adj" fmla="val 9412"/>
            </a:avLst>
          </a:prstGeom>
          <a:solidFill>
            <a:srgbClr val="2B383C"/>
          </a:solidFill>
          <a:ln w="12700">
            <a:solidFill>
              <a:srgbClr val="3E4E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557784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CTA →</a:t>
            </a:r>
            <a:endParaRPr lang="en-US" sz="12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6035040" y="5577840"/>
            <a:ext cx="54223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cat.copying-files-to-you-(scp).md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 cookbook · CTA reference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2026-07-21T02:02:53Z</dcterms:created>
  <dcterms:modified xsi:type="dcterms:W3CDTF">2026-07-21T02:02:53Z</dcterms:modified>
</cp:coreProperties>
</file>