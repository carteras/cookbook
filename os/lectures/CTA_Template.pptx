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A_TITLE_MASTER">
    <p:bg>
      <p:bgPr>
        <a:solidFill>
          <a:srgbClr val="21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417320"/>
            <a:ext cx="9628632" cy="3749040"/>
          </a:xfrm>
          <a:prstGeom prst="rect">
            <a:avLst>
              <a:gd name="adj" fmla="val 2927"/>
            </a:avLst>
          </a:prstGeom>
          <a:solidFill>
            <a:srgbClr val="2B383C"/>
          </a:solidFill>
          <a:ln w="12700">
            <a:solidFill>
              <a:srgbClr val="3E4E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417320"/>
            <a:ext cx="9628632" cy="384048"/>
          </a:xfrm>
          <a:prstGeom prst="rect">
            <a:avLst/>
          </a:prstGeom>
          <a:solidFill>
            <a:srgbClr val="1A2427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417320"/>
            <a:ext cx="9628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~/os-cookbook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cookbook · CTA reference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A_COMMAND_MASTER">
    <p:bg>
      <p:bgPr>
        <a:solidFill>
          <a:srgbClr val="21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B383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00200"/>
            <a:ext cx="3017520" cy="914400"/>
          </a:xfrm>
          <a:prstGeom prst="rect">
            <a:avLst>
              <a:gd name="adj" fmla="val 8000"/>
            </a:avLst>
          </a:prstGeom>
          <a:solidFill>
            <a:srgbClr val="1A2427"/>
          </a:solidFill>
          <a:ln w="12700">
            <a:solidFill>
              <a:srgbClr val="3E4E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cookbook · CTA reference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carteras/cookbook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37360" y="21945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D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 Deck Title ]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737360" y="29260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One-line subtitle / framing sentence ]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73736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cmd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cmd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1208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cmd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cmd 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0" y="37947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cmd 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4389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Optional one-line summary of what the deck walks through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NOTES — Title slide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Master: CTA_TITLE_MASTER (terminal window chrome + footer are baked in)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Title: Bookman Old Style, 40pt bold, EDEDED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Subtitle: Calibri 18pt, accent green 00E676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Command row: Courier New 14pt, green — one per item in the deck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to one screen — this slide sets tone, it doesn't carry detail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E4E5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0#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9436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command syntax ]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One-sentence description of the task this command accomplishes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80560" y="548640"/>
            <a:ext cx="7159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DED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the CTA covers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480560" y="1188720"/>
            <a:ext cx="715975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Bullet 1 — key step or decision point, plain language ]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Bullet 2 — a pitfall or heuristic worth flagging ]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Bullet 3 — keep each bullet to 1–2 lines ]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Bullet 4 — 3–5 bullets total is the sweet spot ]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80560" y="5577840"/>
            <a:ext cx="7159752" cy="777240"/>
          </a:xfrm>
          <a:prstGeom prst="roundRect">
            <a:avLst>
              <a:gd name="adj" fmla="val 9412"/>
            </a:avLst>
          </a:prstGeom>
          <a:solidFill>
            <a:srgbClr val="2B383C"/>
          </a:solidFill>
          <a:ln w="12700">
            <a:solidFill>
              <a:srgbClr val="3E4E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55778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CTA →</a:t>
            </a:r>
            <a:endParaRPr lang="en-US" sz="12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6035040" y="5577840"/>
            <a:ext cx="5422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 filename.md 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DED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Style Guide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adding new command slides to this deck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212B2E"/>
          </a:solidFill>
          <a:ln w="12700">
            <a:solidFill>
              <a:srgbClr val="3E4E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51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89864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#212B2E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155448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2B383C"/>
          </a:solidFill>
          <a:ln w="12700">
            <a:solidFill>
              <a:srgbClr val="3E4E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651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14600" y="289864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#2B383C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1A2427"/>
          </a:solidFill>
          <a:ln w="12700">
            <a:solidFill>
              <a:srgbClr val="3E4E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651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bar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289864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#1A2427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46520" y="155448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00E676"/>
          </a:solidFill>
          <a:ln w="12700">
            <a:solidFill>
              <a:srgbClr val="3E4E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651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Accent green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289864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#00E676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412480" y="155448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EDEDED"/>
          </a:solidFill>
          <a:ln w="12700">
            <a:solidFill>
              <a:srgbClr val="3E4E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651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/ off-white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0" y="289864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#EDEDED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378440" y="1554480"/>
            <a:ext cx="1783080" cy="1051560"/>
          </a:xfrm>
          <a:prstGeom prst="roundRect">
            <a:avLst>
              <a:gd name="adj" fmla="val 5217"/>
            </a:avLst>
          </a:prstGeom>
          <a:solidFill>
            <a:srgbClr val="9AA5A8"/>
          </a:solidFill>
          <a:ln w="12700">
            <a:solidFill>
              <a:srgbClr val="3E4E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78440" y="265176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Muted text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378440" y="289864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#9AA5A8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2B383C"/>
          </a:solidFill>
          <a:ln w="12700">
            <a:solidFill>
              <a:srgbClr val="3E4E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66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397764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titles — Bookman Old Style, 22–40pt bold, EDEDED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/ bullets — Calibri, 14–15pt, EDEDED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syntax / links — Courier New, 12–15pt, accent green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/ footers — Courier New or Calibri, 9–13pt, muted 9AA5A8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3383280"/>
            <a:ext cx="5440680" cy="2743200"/>
          </a:xfrm>
          <a:prstGeom prst="roundRect">
            <a:avLst>
              <a:gd name="adj" fmla="val 2667"/>
            </a:avLst>
          </a:prstGeom>
          <a:solidFill>
            <a:srgbClr val="2B383C"/>
          </a:solidFill>
          <a:ln w="12700">
            <a:solidFill>
              <a:srgbClr val="3E4E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566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Layout Rules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397764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per slide — index number, command chip, task line on the left rail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summary bullets on the right, arrow bullets in accent green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ends with a link card pointing to the full CTA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accent stripes/underlines — the terminal-window motif is the only decoration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cookbook · CTA reference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 Basics — CTA Slide Template</dc:title>
  <dc:subject>PptxGenJS Presentation</dc:subject>
  <dc:creator>os cookbook</dc:creator>
  <cp:lastModifiedBy>os cookbook</cp:lastModifiedBy>
  <cp:revision>1</cp:revision>
  <dcterms:created xsi:type="dcterms:W3CDTF">2026-07-21T02:05:06Z</dcterms:created>
  <dcterms:modified xsi:type="dcterms:W3CDTF">2026-07-21T02:05:06Z</dcterms:modified>
</cp:coreProperties>
</file>